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5"/>
    <p:restoredTop sz="94651"/>
  </p:normalViewPr>
  <p:slideViewPr>
    <p:cSldViewPr snapToGrid="0">
      <p:cViewPr varScale="1">
        <p:scale>
          <a:sx n="115" d="100"/>
          <a:sy n="115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88124-9422-6A46-B72A-4354DA225D20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2A619-1587-6247-9233-EBD33C038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534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2A619-1587-6247-9233-EBD33C0382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57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B1093-B6C3-CB0A-ED0E-26C298CF5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9E6F2-A5EF-2693-5306-CE1CA25EF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11A43-447C-358D-563D-E80FD1930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6096-B1A0-BD42-8669-AF75A3C036A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16AD1-6F95-8D62-B6E2-283E8E56A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42D5B-A73D-F2C2-DF9E-AD2C6F2A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049C7-C3F7-FA4E-B247-988169DE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6AF5D-B9E7-5272-9562-5F7C294CA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8E9B2-0AE3-5B03-9D57-CE72BBA05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9C35A-AD24-4EA4-C6EE-48F1BCDF9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6096-B1A0-BD42-8669-AF75A3C036A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69CBD-561C-BC4B-F90B-2F31B843E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7B31A-C4A2-4920-99D8-2631771E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049C7-C3F7-FA4E-B247-988169DE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79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971F7-0029-7D11-2A64-5CB4007FD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C39AA-7DC3-F5AE-E865-4CFA49FDA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DF371-A0D4-F804-CC0C-1027DDCCC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6096-B1A0-BD42-8669-AF75A3C036A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489E3-F62F-EA2C-9018-A2524927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01210-76C7-C4FD-678F-2368F96B9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049C7-C3F7-FA4E-B247-988169DE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1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C80CB-2616-377C-FB58-7D5B3569E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670E4-AF79-3619-472C-91F0B64E1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D6A9C-66B9-E57D-FA76-706372C48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21461-0E71-DADF-44E3-D2878739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6096-B1A0-BD42-8669-AF75A3C036A3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1458F-5E47-ED28-C6A7-1302EF49A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D97E4-9E1C-AEBF-A670-E09BCD998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049C7-C3F7-FA4E-B247-988169DE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88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2EE99-3413-5662-762C-3C70E819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FCDEF-F34F-5BCF-3922-1423581A9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BD6F8-EEE5-DA9A-B6C3-60924FC80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57E66D-2DFE-26DC-4C4E-31BC0B503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CA41C-CC0A-BE31-1B06-76AD9871F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0A127-63ED-5BF7-E032-6E6ECE740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6096-B1A0-BD42-8669-AF75A3C036A3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256E9C-D97D-6DF7-AC0C-5D394A78F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F5F091-350B-6C06-515A-8F658068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049C7-C3F7-FA4E-B247-988169DE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67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BD12-8F51-8BD4-8D01-097F528D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19E77-D9FB-5FE9-52FB-356D9AF8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6096-B1A0-BD42-8669-AF75A3C036A3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E9C9E-1E2E-89B3-6E64-383FCC36E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BE86F-9877-630F-D3EC-67525E8E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049C7-C3F7-FA4E-B247-988169DE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6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CD6250-C8A1-99A8-83A7-5A044E863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6096-B1A0-BD42-8669-AF75A3C036A3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8CDE28-D802-3E5C-0618-E704DDE2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3C62A-5736-4D7E-16F6-72AA3CB4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049C7-C3F7-FA4E-B247-988169DE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5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8573C-931C-AE0C-2C08-56C58927A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0EB32-462C-EEFD-91A8-20D16BE32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AA79C-3BBF-EAB4-DAEC-A465E319B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D49D5-8B5A-A97A-A330-DAC40989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6096-B1A0-BD42-8669-AF75A3C036A3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CD650-0213-37BC-3E1E-660050DB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4F2A9-EE95-720E-B9F7-1325BB9E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049C7-C3F7-FA4E-B247-988169DE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0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25AA7-C099-ADA8-F2A9-B2A06A1F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637AB-252B-5BEF-F735-A65FB2A77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8B9F8-2260-88A3-D3AD-264C252CB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35B30-9DE5-3A1F-2BF4-0B5ED5A86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6096-B1A0-BD42-8669-AF75A3C036A3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643A6-B74D-4C0C-1D28-A1C098095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569DA-30AE-349A-9826-3FE107EB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049C7-C3F7-FA4E-B247-988169DE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3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277D-951B-02C2-4422-8E588C731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C1E75-DA3B-A943-CE35-5876EA083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71F39-4A98-72FB-15C0-8000108DE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6096-B1A0-BD42-8669-AF75A3C036A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59007-49AB-1A4C-0BB2-818D0BBDF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6A355-B39B-62CB-B21E-0EC8487A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049C7-C3F7-FA4E-B247-988169DE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63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FFE098-5212-37CF-0D57-2D591A441F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3549B-FA4A-BC54-D61F-C2ACAD186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C761A-7077-44CC-3DD5-04C69AE0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26096-B1A0-BD42-8669-AF75A3C036A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C6404-CFB4-5ABF-9D2E-BF35614E1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88C20-5D28-3F4C-4D7C-30AAADFFD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049C7-C3F7-FA4E-B247-988169DE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9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3A7336-6406-3056-C518-89CC83F8E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C214C-1DA1-88DD-E8C2-805429D0B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94BB7-C27A-AB00-A764-9247E2E9E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26096-B1A0-BD42-8669-AF75A3C036A3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E7833-5B6D-16FE-5F15-8F0CAAFB4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7A237-CBB0-30A1-047E-B3712C3F2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049C7-C3F7-FA4E-B247-988169DE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3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09F74-E2A9-222F-C663-CFBDD5F60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65032D-2A5A-EC51-C9CA-864BFE29A8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1F94B3-72BC-9465-5B5C-6385776F9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80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software&#10;&#10;AI-generated content may be incorrect.">
            <a:extLst>
              <a:ext uri="{FF2B5EF4-FFF2-40B4-BE49-F238E27FC236}">
                <a16:creationId xmlns:a16="http://schemas.microsoft.com/office/drawing/2014/main" id="{0B4E169C-8473-7089-13EB-39662DB42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957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4853-1FC2-24A4-0733-964510524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A06362-8A1F-8FF1-1897-00EE4ACA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5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28A08-95E4-13CA-C54B-43E81F25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A2D7E1-BAAC-DEFE-1F8B-6B4DD60E4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98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7DDD2-D63C-8E0B-F420-86684F70C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325A68-E58D-1E6C-54C6-F219B7087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283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55F7-A4E3-0ACF-E763-B87A56A8D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4155F2-EF60-A677-BE7D-52A37747E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08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8A78A-2A8B-0611-9F29-69F1337CC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10CB46-7BF4-906D-B936-5B3ED9329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14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C5841-BE21-4AAE-8907-77F5CC2A5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6A967F-E125-404F-AC8A-608232122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90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1A324-57B9-4B24-2F2B-655FD9B34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117720-64B3-80A3-6B68-9363E0FDB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46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EFFD-52D6-2EEA-05A8-428B8A841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061226-B386-302F-D4A4-EFFD26464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7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A95A2-22AF-47BC-2E3B-6BCEEBB3F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timeline&#10;&#10;AI-generated content may be incorrect.">
            <a:extLst>
              <a:ext uri="{FF2B5EF4-FFF2-40B4-BE49-F238E27FC236}">
                <a16:creationId xmlns:a16="http://schemas.microsoft.com/office/drawing/2014/main" id="{4ECBF293-8BE4-2C9D-B966-0B6E54A98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089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A145F-FA0D-2F81-AA48-9D1B04EE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strategy&#10;&#10;AI-generated content may be incorrect.">
            <a:extLst>
              <a:ext uri="{FF2B5EF4-FFF2-40B4-BE49-F238E27FC236}">
                <a16:creationId xmlns:a16="http://schemas.microsoft.com/office/drawing/2014/main" id="{F3C88164-6DB8-0585-5C47-ABCA78B52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046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DC407-D9F7-08DD-6635-433DD50F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44B1E9-C722-F704-54C4-A011415AE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572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1929E-64C7-4120-562F-6BD0348A9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340786-6FD8-D042-20D5-32E480EF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72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8548A-0BF3-7CD4-50D4-AE3FCBF9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813247-A9BB-6ECF-501B-197712F14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6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1</Words>
  <Application>Microsoft Macintosh PowerPoint</Application>
  <PresentationFormat>Widescreen</PresentationFormat>
  <Paragraphs>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Aarya Singh</dc:creator>
  <cp:lastModifiedBy>Aarya Singh</cp:lastModifiedBy>
  <cp:revision>1</cp:revision>
  <dcterms:created xsi:type="dcterms:W3CDTF">2026-03-01T02:45:04Z</dcterms:created>
  <dcterms:modified xsi:type="dcterms:W3CDTF">2026-03-01T12:02:46Z</dcterms:modified>
</cp:coreProperties>
</file>